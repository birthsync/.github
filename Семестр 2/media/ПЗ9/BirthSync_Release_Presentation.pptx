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BirthSync: управляемый релиз</a:t>
            </a:r>
          </a:p>
          <a:p>
            <a:r>
              <a:t>в условиях неопределённости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Практика 21–22. Публикация цифрового продукта</a:t>
            </a:r>
          </a:p>
          <a:p/>
          <a:p>
            <a:r>
              <a:t>Команда:</a:t>
            </a:r>
          </a:p>
          <a:p>
            <a:r>
              <a:t>• Мирослав Явушкин — тимлид, фронтенд</a:t>
            </a:r>
          </a:p>
          <a:p>
            <a:r>
              <a:t>• Роман Акулов — техлид, бэкенд</a:t>
            </a:r>
          </a:p>
          <a:p>
            <a:r>
              <a:t>• Полина Розова — дизайнер, маркетолог</a:t>
            </a:r>
          </a:p>
          <a:p>
            <a:r>
              <a:t>• Виолетта Моисеенкова — тестировщик, аналитик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Проблема: дни рождения как источник стресса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У многих людей дни рождения близких ассоциируются не с радостью, а со стрессом:</a:t>
            </a:r>
            <a:br/>
            <a:r>
              <a:t>мы забываем даты, вспоминаем о празднике в последний момент, выбираем случайные подарки,</a:t>
            </a:r>
            <a:br/>
            <a:r>
              <a:t>испытываем чувство вины и усталость от постоянного поиска идей.</a:t>
            </a:r>
            <a:br/>
            <a:br/>
            <a:r>
              <a:t>Эта проблема усиливается с ростом количества социальных контактов: коллеги, друзья,</a:t>
            </a:r>
            <a:br/>
            <a:r>
              <a:t>родственники, партнёры. Держать всё в голове и в разрозненных заметках становится невозможно.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Решение: BirthSync как единое место для дат и подарков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BirthSync — это MVP-приложение, которое собирает все важные элементы в одном месте:</a:t>
            </a:r>
            <a:br/>
            <a:br/>
            <a:r>
              <a:t>• Календарь дней рождения с напоминаниями заранее, а не в день события.</a:t>
            </a:r>
            <a:br/>
            <a:r>
              <a:t>• Анкеты друзей с их предпочтениями, ограничениями и важными деталями.</a:t>
            </a:r>
            <a:br/>
            <a:r>
              <a:t>• Виш-листы и идеи подарков, к которым можно вернуться в любой момент.</a:t>
            </a:r>
            <a:br/>
            <a:br/>
            <a:r>
              <a:t>Мы сознательно фокусируемся на этих core-функциях, чтобы сначала обеспечить ценность и</a:t>
            </a:r>
            <a:br/>
            <a:r>
              <a:t>стабильность, а уже затем добавлять сложные сценарии и интеграции.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Стратегия релиза: четыре фазы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Мы используем нелинейную, фазовую модель релиза, а не одноразовый запуск:</a:t>
            </a:r>
            <a:br/>
            <a:br/>
            <a:r>
              <a:t>1) Подготовка (−6…−2 недели): инфраструктура, CI/CD, аналитика, окружения dev/stage/prod,</a:t>
            </a:r>
            <a:br/>
            <a:r>
              <a:t>   подготовка лендинга и листа ожидания.</a:t>
            </a:r>
            <a:br/>
            <a:r>
              <a:t>2) Soft-launch (−2…0): feature freeze, закрытое тестирование на 200–500 пользователях,</a:t>
            </a:r>
            <a:br/>
            <a:r>
              <a:t>   сбор ранней обратной связи и отладка метрик.</a:t>
            </a:r>
            <a:br/>
            <a:r>
              <a:t>3) Публичный релиз (0): включение мониторинга, ограниченный маркетинг, основной анонс,</a:t>
            </a:r>
            <a:br/>
            <a:r>
              <a:t>   готовность к быстрому rollback.</a:t>
            </a:r>
            <a:br/>
            <a:r>
              <a:t>4) Стабилизация (0…+4 недели): патчи, структурирование фидбэка, регулярные апдейты и</a:t>
            </a:r>
            <a:br/>
            <a:r>
              <a:t>   формирование устойчивого релизного цикла.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Техническая инфраструктура релиза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Архитектура выстроена как трёхслойная, с акцентом на простоту и устойчивость:</a:t>
            </a:r>
            <a:br/>
            <a:br/>
            <a:r>
              <a:t>• Клиенты: мобильные приложения (iOS/Android) и, при необходимости, веб-клиент.</a:t>
            </a:r>
            <a:br/>
            <a:r>
              <a:t>• API-бэкенд в облачном окружении, развёрнутый в Docker-контейнерах.</a:t>
            </a:r>
            <a:br/>
            <a:r>
              <a:t>• Управляемая PostgreSQL как основная БД: пользователи, контакты, анкеты, виш-листы.</a:t>
            </a:r>
            <a:br/>
            <a:r>
              <a:t>• Отдельные окружения dev, stage и prod, связанные через CI/CD pipeline.</a:t>
            </a:r>
            <a:br/>
            <a:br/>
            <a:r>
              <a:t>Такой подход позволяет команде из четырёх человек поддерживать систему без</a:t>
            </a:r>
            <a:br/>
            <a:r>
              <a:t>отдельного DevOps-отдела и при этом иметь управляемые релизы и откаты.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Аналитика и мониторинг: как мы контролируем релиз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Мы заранее закладываем продуктовую и техническую аналитику:</a:t>
            </a:r>
            <a:br/>
            <a:br/>
            <a:r>
              <a:t>• Продуктовые события: установка, регистрация, добавление первого контакта,</a:t>
            </a:r>
            <a:br/>
            <a:r>
              <a:t>  заполнение первой анкеты, создание первого виш-листа, получение первого напоминания.</a:t>
            </a:r>
            <a:br/>
            <a:r>
              <a:t>  На их основе строятся воронки и retention когорты.</a:t>
            </a:r>
            <a:br/>
            <a:br/>
            <a:r>
              <a:t>• Технические метрики: аптайм API, ошибки 5xx/4xx, время ответа, падения приложений.</a:t>
            </a:r>
            <a:br/>
            <a:r>
              <a:t>  Для ключевых показателей настроены алёрты с уведомлением команды.</a:t>
            </a:r>
            <a:br/>
            <a:br/>
            <a:r>
              <a:t>Это позволяет нам не «угадывать» состояние системы, а опираться на данные</a:t>
            </a:r>
            <a:br/>
            <a:r>
              <a:t>при принятии решений о релизах, откатах и масштабировании маркетинга.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Кризисные сценарии и распределение ответственности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Мы заранее определяем, как команда действует в разных типах инцидентов:</a:t>
            </a:r>
            <a:br/>
            <a:br/>
            <a:r>
              <a:t>• Мирослав (тимлид): финальные решения в кризисе, приостановка маркетинга,</a:t>
            </a:r>
            <a:br/>
            <a:r>
              <a:t>  внешняя коммуникация и прозрачные публичные сообщения.</a:t>
            </a:r>
            <a:br/>
            <a:r>
              <a:t>• Роман (техлид): технический анализ инцидента, право инициировать rollback,</a:t>
            </a:r>
            <a:br/>
            <a:r>
              <a:t>  восстановление сервиса и контроль стабильности.</a:t>
            </a:r>
            <a:br/>
            <a:r>
              <a:t>• Полина (дизайн/маркетинг): формулировка сообщений для пользователей,</a:t>
            </a:r>
            <a:br/>
            <a:r>
              <a:t>  корректировка визуальной и текстовой коммуникации.</a:t>
            </a:r>
            <a:br/>
            <a:r>
              <a:t>• Виолетта (QA/аналитика): фиксация фактов, оценка масштаба проблемы,</a:t>
            </a:r>
            <a:br/>
            <a:r>
              <a:t>  сбор и анализ фидбэка, постмортем.</a:t>
            </a:r>
            <a:br/>
            <a:br/>
            <a:r>
              <a:t>Такая схема уменьшает риск паралича решений и делает реакцию на кризис управляемой.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Упаковка: лендинг и карточка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Лендинг и карточка в сторе подчинены общей логике «проблема → решение → действие»:</a:t>
            </a:r>
            <a:br/>
            <a:br/>
            <a:r>
              <a:t>• Hero-блок с названием, слоганом «Наконец-то дни рождения перестают быть стрессом»</a:t>
            </a:r>
            <a:br/>
            <a:r>
              <a:t>  и понятным CTA: скачать приложение или оставить контакт.</a:t>
            </a:r>
            <a:br/>
            <a:r>
              <a:t>• Блоки «Проблема» и «Как решает BirthSync» — короткие тексты без перегруза, фокус</a:t>
            </a:r>
            <a:br/>
            <a:r>
              <a:t>  на эмоциях и ключевых сценариях (календарь, анкеты, виш-листы).</a:t>
            </a:r>
            <a:br/>
            <a:r>
              <a:t>• Скриншоты ключевых экранов с короткими подписями, которые подчёркивают пользу,</a:t>
            </a:r>
            <a:br/>
            <a:r>
              <a:t>  а не просто показывают интерфейс.</a:t>
            </a:r>
            <a:br/>
            <a:r>
              <a:t>• Честное указание текущего статуса: открытое тестирование MVP, базовый функционал</a:t>
            </a:r>
            <a:br/>
            <a:r>
              <a:t>  бесплатен, в будущем появятся премиум-возможности.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Маркетинговый запуск и soft-launch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Мы разделяем запуск на этап ограниченного и масштабного привлечения пользователей:</a:t>
            </a:r>
            <a:br/>
            <a:br/>
            <a:r>
              <a:t>• Soft-launch на 200–500 пользователей: инвайты, личная коммуникация,</a:t>
            </a:r>
            <a:br/>
            <a:r>
              <a:t>  акцент на том, что они помогают нам улучшать продукт.</a:t>
            </a:r>
            <a:br/>
            <a:r>
              <a:t>• Публичный анонс: посты и рассылки, но ограниченный рекламный бюджет</a:t>
            </a:r>
            <a:br/>
            <a:r>
              <a:t>  в первые 3–5 дней (до 20–30 % от планируемого), пока не проверим метрики.</a:t>
            </a:r>
            <a:br/>
            <a:r>
              <a:t>• Постепенное наращивание трафика в зависимости от стабильности и retention</a:t>
            </a:r>
            <a:br/>
            <a:r>
              <a:t>  первых когорт пользователей.</a:t>
            </a:r>
            <a:br/>
            <a:br/>
            <a:r>
              <a:t>Такой подход позволяет избежать ситуации, когда на сырое приложение</a:t>
            </a:r>
            <a:br/>
            <a:r>
              <a:t>приходит слишком много людей и негатив становится неконтролируемым.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и ближайшие шаги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К моменту публичного релиза у нас есть не только код приложения, но и:</a:t>
            </a:r>
            <a:br/>
            <a:br/>
            <a:r>
              <a:t>• Настроенная техническая инфраструктура: облачный бэкенд, PostgreSQL, окружения,</a:t>
            </a:r>
            <a:br/>
            <a:r>
              <a:t>  CI/CD, мониторинг и аналитика.</a:t>
            </a:r>
            <a:br/>
            <a:r>
              <a:t>• Продуманная упаковка: лендинг, карточка приложения, сценарии анонсов и soft-launch.</a:t>
            </a:r>
            <a:br/>
            <a:r>
              <a:t>• Кризисный план: понятные роли и процессы в случае инцидентов.</a:t>
            </a:r>
            <a:br/>
            <a:br/>
            <a:r>
              <a:t>В течение первых четырёх недель после релиза мы фокусируемся на стабилизации</a:t>
            </a:r>
            <a:br/>
            <a:r>
              <a:t>MVP, быстрых патч-релизах, сборе и структурировании обратной связи, чтобы</a:t>
            </a:r>
            <a:br/>
            <a:r>
              <a:t>перевести BirthSync из состояния «первый релиз» в состояние устойчивого</a:t>
            </a:r>
            <a:br/>
            <a:r>
              <a:t>продукта с понятной дорожной картой развития.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